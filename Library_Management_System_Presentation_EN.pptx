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3317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MANAGEMENT SYSTEM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Library Management System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033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• JavaFX • Maven — A hands-on application of Object-Oriented Programming (OOP) principles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9893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CCS2304 — Advanced Programming Applications      |      Project 12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212080" cy="4937760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50876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desktop application built in Java using JavaFX that manages the book catalog and the library's member list, with a login screen and a main dashboard.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56616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goal: a realistic, clear demonstration of the four OOP concepts within a complete, runnable project.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2514600" cy="1965960"/>
          </a:xfrm>
          <a:prstGeom prst="roundRect">
            <a:avLst>
              <a:gd name="adj" fmla="val 5581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17920" y="16002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25603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/ Interfaces / Enums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006840" y="1371600"/>
            <a:ext cx="2514600" cy="1965960"/>
          </a:xfrm>
          <a:prstGeom prst="roundRect">
            <a:avLst>
              <a:gd name="adj" fmla="val 5581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06840" y="16002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9144000" y="25603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JavaFX Screens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3657600"/>
            <a:ext cx="2514600" cy="1965960"/>
          </a:xfrm>
          <a:prstGeom prst="roundRect">
            <a:avLst>
              <a:gd name="adj" fmla="val 5581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0" y="38862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48463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Packages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006840" y="3657600"/>
            <a:ext cx="2514600" cy="1965960"/>
          </a:xfrm>
          <a:prstGeom prst="roundRect">
            <a:avLst>
              <a:gd name="adj" fmla="val 5581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006840" y="38862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0" y="48463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Principles Applied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Overview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6537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Management System — CCS2304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195560" y="146304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19556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9326880" cy="9144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417320"/>
            <a:ext cx="8869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complete system for managing books and members with an easy-to-use graphical interface.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195560" y="260604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195560" y="2606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0080" y="2560320"/>
            <a:ext cx="9326880" cy="9144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560320"/>
            <a:ext cx="8869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four OOP principles clearly and document them within the code.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195560" y="374904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195560" y="3749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40080" y="3703320"/>
            <a:ext cx="9326880" cy="9144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703320"/>
            <a:ext cx="8869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the layers — Model, Service, and Controller — to organize the project.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195560" y="489204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195560" y="4892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0080" y="4846320"/>
            <a:ext cx="9326880" cy="9144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4846320"/>
            <a:ext cx="8869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Singleton design pattern to manage shared data state.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Objectives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589520" y="6537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Management System — CCS2304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 — UML Class Diagram</a:t>
            </a:r>
            <a:endParaRPr lang="en-US" sz="2800" dirty="0"/>
          </a:p>
        </p:txBody>
      </p:sp>
      <p:pic>
        <p:nvPicPr>
          <p:cNvPr id="3" name="Image 0" descr="uml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960120"/>
            <a:ext cx="3840480" cy="4114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28016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</a:t>
            </a:r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abstract class — the base for any person in the system.
</a:t>
            </a:r>
            <a:pPr algn="l"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/ Librarian </a:t>
            </a:r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 from Person (Inheritance).
</a:t>
            </a:r>
            <a:pPr algn="l"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Borrowable </a:t>
            </a:r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interface describing borrowing behavior, implemented by Member.
</a:t>
            </a:r>
            <a:pPr algn="l"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</a:t>
            </a:r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and manages the books and members.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System Design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7589520" y="6537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Management System — CCS2304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OOP Concepts Applied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5212080" cy="2377440"/>
          </a:xfrm>
          <a:prstGeom prst="roundRect">
            <a:avLst>
              <a:gd name="adj" fmla="val 3846"/>
            </a:avLst>
          </a:prstGeom>
          <a:solidFill>
            <a:srgbClr val="F5F7FC"/>
          </a:solidFill>
          <a:ln/>
        </p:spPr>
      </p:sp>
      <p:sp>
        <p:nvSpPr>
          <p:cNvPr id="4" name="Shape 2"/>
          <p:cNvSpPr/>
          <p:nvPr/>
        </p:nvSpPr>
        <p:spPr>
          <a:xfrm>
            <a:off x="4983480" y="1371600"/>
            <a:ext cx="640080" cy="64008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98348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371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Abstraction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8562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and Borrowable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240280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role() is declared abstract, and the interface describes behavior without implementation details.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143000"/>
            <a:ext cx="5212080" cy="2377440"/>
          </a:xfrm>
          <a:prstGeom prst="roundRect">
            <a:avLst>
              <a:gd name="adj" fmla="val 3846"/>
            </a:avLst>
          </a:prstGeom>
          <a:solidFill>
            <a:srgbClr val="F5F7FC"/>
          </a:solidFill>
          <a:ln/>
        </p:spPr>
      </p:sp>
      <p:sp>
        <p:nvSpPr>
          <p:cNvPr id="10" name="Shape 8"/>
          <p:cNvSpPr/>
          <p:nvPr/>
        </p:nvSpPr>
        <p:spPr>
          <a:xfrm>
            <a:off x="10469880" y="137160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46988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1371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Encapsulation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18562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Book, Person, Library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240280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 are private with getters/setters, and Library hides its internal Lists.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749040"/>
            <a:ext cx="5212080" cy="2377440"/>
          </a:xfrm>
          <a:prstGeom prst="roundRect">
            <a:avLst>
              <a:gd name="adj" fmla="val 3846"/>
            </a:avLst>
          </a:prstGeom>
          <a:solidFill>
            <a:srgbClr val="F5F7FC"/>
          </a:solidFill>
          <a:ln/>
        </p:spPr>
      </p:sp>
      <p:sp>
        <p:nvSpPr>
          <p:cNvPr id="16" name="Shape 14"/>
          <p:cNvSpPr/>
          <p:nvPr/>
        </p:nvSpPr>
        <p:spPr>
          <a:xfrm>
            <a:off x="4983480" y="397764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983480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3977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Inheritance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44622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Member, Librarian extends Person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4846320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classes get id, name, and email from the parent Person without duplicating code.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26480" y="3749040"/>
            <a:ext cx="5212080" cy="2377440"/>
          </a:xfrm>
          <a:prstGeom prst="roundRect">
            <a:avLst>
              <a:gd name="adj" fmla="val 3846"/>
            </a:avLst>
          </a:prstGeom>
          <a:solidFill>
            <a:srgbClr val="F5F7FC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69880" y="397764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469880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3977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Polymorphism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44622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role() in Member and Librarian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4846320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class overrides the same role() method differently.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OOP Concepts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589520" y="6537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Management System — CCS2304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Structure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34440"/>
          <a:ext cx="10881360" cy="4206240"/>
        </p:xfrm>
        <a:graphic>
          <a:graphicData uri="http://schemas.openxmlformats.org/drawingml/2006/table">
            <a:tbl>
              <a:tblPr/>
              <a:tblGrid>
                <a:gridCol w="2926080"/>
                <a:gridCol w="7955280"/>
              </a:tblGrid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Person, Member, Librarian, Book, BookStatus, Borrowable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 — the central (Singleton) class for managing books and members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Login, Dashboard, Book, Member — controls the screens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FXML and CSS files for the interfaces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Project Structure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7589520" y="6537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Management System — CCS2304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 and Functions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212080" cy="2331720"/>
          </a:xfrm>
          <a:prstGeom prst="roundRect">
            <a:avLst>
              <a:gd name="adj" fmla="val 3922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417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1488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060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login credentials before entering the system (admin / admin).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234440"/>
            <a:ext cx="5212080" cy="2331720"/>
          </a:xfrm>
          <a:prstGeom prst="roundRect">
            <a:avLst>
              <a:gd name="adj" fmla="val 3922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0" y="1417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1488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6060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summary of the number of books and members, with links to the other two screens.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5212080" cy="2331720"/>
          </a:xfrm>
          <a:prstGeom prst="roundRect">
            <a:avLst>
              <a:gd name="adj" fmla="val 3922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4023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754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 Management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521208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View/add/delete books, and toggle a book's status (available / borrowed).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3840480"/>
            <a:ext cx="5212080" cy="2331720"/>
          </a:xfrm>
          <a:prstGeom prst="roundRect">
            <a:avLst>
              <a:gd name="adj" fmla="val 3922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0" y="4023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4754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 Management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521208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View/add/delete members, and borrow/return a book via ISBN.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Screens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589520" y="6537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Management System — CCS2304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572000"/>
            <a:ext cx="5486400" cy="54864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Run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Requirements: JDK 17 or later, with Maven installed on the machine.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7498080" cy="822960"/>
          </a:xfrm>
          <a:prstGeom prst="roundRect">
            <a:avLst>
              <a:gd name="adj" fmla="val 8889"/>
            </a:avLst>
          </a:prstGeom>
          <a:solidFill>
            <a:srgbClr val="141A4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10312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mvn clean javafx:run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918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Login Credentials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84048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26317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38404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Username: </a:t>
            </a:r>
            <a:pPr indent="0" marL="0">
              <a:buNone/>
            </a:pPr>
            <a:r>
              <a:rPr lang="en-US" sz="1500" b="1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89120" y="384048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26317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38404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Password: </a:t>
            </a:r>
            <a:pPr indent="0" marL="0">
              <a:buNone/>
            </a:pPr>
            <a:r>
              <a:rPr lang="en-US" sz="1500" b="1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Running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6537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Management System — CCS2304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286000"/>
            <a:ext cx="6400800" cy="64008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288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5176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delivered a practical, clear demonstration of the four OOP principles by building a complete, runnable JavaFX application. Future ideas include connecting a real database and adding a multi-user permissions system.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3891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2026-09-20T13:28:06Z</dcterms:created>
  <dcterms:modified xsi:type="dcterms:W3CDTF">2026-09-20T13:28:06Z</dcterms:modified>
</cp:coreProperties>
</file>